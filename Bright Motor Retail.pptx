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ages.store.office.com/addinsinstallpage.aspx?rs=en-US&amp;assetid=WA200003233&amp;isWac=True&amp;ui=en-US&amp;ad=U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https://pages.store.office.com/addinsinstallpage.aspx?rs=en-US&amp;assetid=WA200003233&amp;isWac=True&amp;ui=en-US&amp;ad=US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pic>
        <p:nvPicPr>
          <p:cNvPr id="17" name="LaunchHelpImage" descr="Office ribbon open on the Home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26" name="MyAdd-ins">
            <a:extLst>
              <a:ext uri="{FF2B5EF4-FFF2-40B4-BE49-F238E27FC236}">
                <a16:creationId xmlns:a16="http://schemas.microsoft.com/office/drawing/2014/main" id="{34C66630-1529-4E04-957D-AA0BBAACDAAA}"/>
              </a:ext>
            </a:extLst>
          </p:cNvPr>
          <p:cNvSpPr txBox="1"/>
          <p:nvPr/>
        </p:nvSpPr>
        <p:spPr>
          <a:xfrm>
            <a:off x="5678424" y="3392424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1490472" y="2633472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Home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Home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Home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Add-in_Icon" descr="Icon for Microsoft Power BI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73176b3f-7592-49f0-bbd3-8a162e9ce5af}">
  <we:reference id="WA200003233" version="2.0.0.3" store="en-US" storeType="OMEX"/>
  <we:alternateReferences/>
  <we:properties>
    <we:property name="Microsoft.Office.CampaignId" value="&quot;none&quot;"/>
    <we:property name="reportUrl" value="&quot;/links/33dbeTJyKI?ctid=ca9a8b8c-3ea3-4799-a43e-5510398e7a3b&amp;pbi_source=linkShare&amp;fromEntryPoint=share&quot;"/>
    <we:property name="reportState" value="&quot;CONNECTED&quot;"/>
    <we:property name="artifactViewState" value="&quot;live&quot;"/>
    <we:property name="reportEmbeddedTime" value="&quot;2026-05-25T16:34:30.545Z&quot;"/>
    <we:property name="creatorSessionId" value="&quot;1901a80f-094e-4120-a6e2-152f9e3adcf7&quot;"/>
    <we:property name="creatorUserId" value="&quot;10032001CB849684&quot;"/>
    <we:property name="creatorTenantId" value="&quot;ca9a8b8c-3ea3-4799-a43e-5510398e7a3b&quot;"/>
    <we:property name="pageDisplayName" value="&quot;Page 1&quot;"/>
    <we:property name="reportName" value="&quot;Bright_Motor_Retail&quot;"/>
    <we:property name="isVisualContainerHeaderHidden" value="false"/>
    <we:property name="isFiltersActionButtonVisible" value="true"/>
    <we:property name="initialStateBookmark" value="&quot;H4sIAAAAAAAAA+VZWU/kOBD+K6O88NKsHOfuN2AYrQTMoAGxWq0QqiTV3R5yyXEYelD/9yk7CUwf0IC4V0LCscvl76vLR19ZqairDKZfIUdraG2X5XkO8vyTbQ2souv79m3vYOv73tnXrYNd6i4rJcqitoZXlgI5RnUi6gYyrYE6/zsdWJBlhzDWXyPIahxYFcq6LCATv7AVpiElG5wNLLysslKCVnmkQKFWe0Hi9E1r2385tCIkSlzgESaq7Q3ikHshZ8AhDtB2EttlJFa3AgbZShHqH4lMkXbdjKe7l5UkxFc9UydJEs9mYZhEnKPrcDtC0qumlR7dIXTjUooEMsvglli3MK+snTJrctPanes/KhuZ4HccmaFCCTUlTSTQZMqaEf1DWZJxTO8UQZq+SflzRyKtllpDb3ZKPRfGaDtloUAUHXw/9DEYcRtCZiOEkRM5we0MOw5b6QUUCSleJLA1Hkscg+o+d5+cXY1ZJopxRfbDs1Epc1CaoJb60hSdZ9kifTYbXL2U/ZOSAvEsyRCKJTcw44aaCGRdBJs4Na3jFl4lcGcCUukMiX9QKGoX0KRSpii3p8YLn4Xsg5gPFqC+GQ/MTvuMo8k//sipzgEtlae3+OlMD0eUq07KMIrQRY+FUcpN4t5pezAgtxulCMSc/bVKQOYzH1kcQcDSOAjcwF6bKc8dbTVkmNIajw+4OiNHyjm6Vo5UkHVjjFQn9CRiVLWrCqxvWM+3TvqCS1H5RZa5mdZtCXqFRS4Dq8XAdKz8M0GJXUwUqegDeKtI9b99HKnWZnkFUtS9BfuvPaHlaN0bwXsYt/0w6Nbb9bsYT4zqfaFaoxBjyBo9X4sqkeMGZ7a7yWz6O2ZsaP42aPbc/Ls5OG+Bg7fJgk3OFzjM2uzS3iJhWBEVNW3l6nO3/6LJhfvbKxraXr8W5UqRPlBRC5oU8aHDbhTlZbpOy8Y2qp+IRUfzdHZ7wbUXC+6zZPGtxdMgrp+sdC4t3FZPO/QY+CNIgzDy6ATjhtH6Uvf+DgVra+MxJJMyR+Jsu4HrOz6VfM+NPsDebLycuHaYhohe6MQpCwM7jF9/QzOn90f4Cn41Eg+gWnTOy5xBetht/oSBy/hoBH7AfcaARUG6/lD93JbN4XyVYQfrE/hpDmndpn4m8qrpo/LBUN5MCr3eBUPvZ9njz3sK4gx3L+9Zw55lu5tn0BajgAeQ0GWbh24Y+A4Dz/He+5bDXzVMVqf72vhIsqYmi2O6DfID3ET5S95EO5u3m4ADLji2z8OYgc1jzpwU3ntEv2rh0whx+W3r/xfTL/q6cm31NqpjNoohClx0ktABYHFkOx86qm/F/rega6RMJtN9vMBsGeb1+PJQD/CELv7tm3V3iX8w1e515VqRtfJ6Z0T/wGPpm/Wnmw493LGw/l31fnyPHJMijsviIdm1dLb42Ba9X8p+bBu0NSSNfN+Ogtj3PMa8IAk8cDWUu8+teKni8nLxXdYoXPV0WTaqriDBQyhwxUsV5TIUKaZd+7aXIfPLU/uORGgEHZ3XTNC/R12/Is1mvwE6Qzt2GhsAAA==&quot;"/>
    <we:property name="bookmark" value="&quot;H4sIAAAAAAAAA+VZWU/kOBD+K6O88NKsHOdw0m/AMBpp2RUaEKvVCqFKUunOkEuOw9CD+r9v2Ulg+oAGxD1SSzh2ufx9dfngykqyps5h9jcUaI2t3ao6L0Cef7KtkVV2fVHI4ijxBLoe8ximvusHNFrVKqvKxhpfWQrkBNVJ1rSQa0XU+d/pyII8P4SJ/kohb3Bk1SibqoQ8+4mdMA0p2eJ8ZOFlnVcStMojBQq12gsSp2+CYP/h0IoQq+wCjzBWXa+IAu4FnAGHSKDtxLbLSKzpBAyytSLUn2a5Iu26Gc32L2tJiK8Gwk4cx57NgiAOOUfX4XaIpFfNaj26R+gmlcxiyC2DW2LTwbyy9qq8LUxrf6H/qGpljN8wNUOlytSMNJFAmytrTvQPZUXGMb0zBGn6ptWPPYm0WmKNvfkp9VwYo+1VpYKs7OH7gY8i5TYEzEYIQid0xO0Mew47yQWUMSleJrAzmUicgOo/95+cXYN5npWTmuyHZ2klC1CaoJb60pa9Z9kyfTYfXb2U/eOKAvEszhHKFTcw44aGCOR9BJs4Na3jDl6d4d4UpNIZEn2nUNQuoEmVTFDuzowXPmdyCGI+WoL6ZjwwPx0yjiZ//yWnegd0VJ7e4qdzPRxSrjoJwzBEFz0WhAk3iXun7cGA3G2VIhAL9tcqAZnPfGRRCIIlkRCusDdmynNHWwM5JrTG4wOuycmRcoGuVSAVZN2YINUJPYkY1d2qGTY3rBdbJ0PBpaj8IqvCTOt3Br3CMpeR1WFgOlb+maLEPibKJBsCeKdM9J8DTFVns6IGmTWDBYevPzMtR+veCN7DuN2HQbfZrt+yydSoPshUZxRiDHmr52tRlRW4xZntbjObfseMjc1vi2YvzL+bg/MWOHjbTGxzvsRh3mWX9hYJw5qoaGgrV5/7/RdNLtzfXuHY9oa1KFfK5IGKOtCkiI8ddqOoqJJNWrZ2Uf1ALHuap/PbC669XHCfJYtvLZ4GcfNkpXNl4a562oHHwE8hEUHo0QnGDcLNpe79HQo21sZjiKdVgcTZdoXrOz6VfM8NP8DebLwcu3aQBIhe4EQJC4QdRK+/oZnT+yN8BT9biX9BveyclzmDDLC7/AmEy3iagi+4zxiwUCSbD9XPbdkCztcZdrQ5gZ/mkNZv6mdZUbdDVD4YyptJode7YOj9LH/8eU9BlOP+5T1r2LNsd4sMumIkuICYLts8cAPhOww8x3vvWw5/1TBZn+4b4yPO24YsjskuyA9wE+UveRPtbd5tAg644Ng+DyIGNo84cxJ47xH9qoVPI8TVt63fL6Zf9HXl2updVEcsjSAULjpx4ACwKLSdDx3Vt2L/mtE1UsbT2QFeYL4K83p8dWgAeEIX/+7Nur/EP5hq/7pyrchae70zor/gsfTN+tNNhx7uWVj/rns/vkeOySyKqvIh2bVytvjYFr1fyn5sG3Q1JAl93w5F5HseY56IhQeuhnL3uRUvVVRdLr/LGoXrni6rVjU1xHgIJa55qaJchjLBpG/f9jJk/vN0/So0n/8PvoF6JvEaAAA=&quot;"/>
    <we:property name="datasetId" value="&quot;14b560e7-7244-424d-b7fa-930c6a50b00a&quot;"/>
    <we:property name="embedUrl" value="&quot;/reportEmbed?reportId=9fe49c64-b500-467d-b77b-768e8d7834f7&amp;config=eyJjbHVzdGVyVXJsIjoiaHR0cHM6Ly9XQUJJLU5PUlRILUVVUk9QRS1OLVBSSU1BUlktcmVkaXJlY3QuYW5hbHlzaXMud2luZG93cy5uZXQiLCJlbWJlZEZlYXR1cmVzIjp7InVzYWdlTWV0cmljc1ZOZXh0Ijp0cnVlfX0%3D&amp;disableSensitivityBanner=true&amp;storytellingChangeViewModeShortcutKeys=true&quot;"/>
    <we:property name="backgroundColor" value="&quot;#000000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1502</TotalTime>
  <Words>84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Microsoft Power BI</vt:lpstr>
      <vt:lpstr>Relaunch the add-in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Last Musekwa</cp:lastModifiedBy>
  <cp:revision>3</cp:revision>
  <dcterms:created xsi:type="dcterms:W3CDTF">2018-06-07T21:39:02Z</dcterms:created>
  <dcterms:modified xsi:type="dcterms:W3CDTF">2026-05-25T16:35:08Z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