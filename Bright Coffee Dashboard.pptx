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ddd389df-1c33-4e90-81f4-476f303503ef}">
  <we:reference id="WA200003233" version="2.0.0.3" store="en-US" storeType="OMEX"/>
  <we:alternateReferences/>
  <we:properties>
    <we:property name="Microsoft.Office.CampaignId" value="&quot;none&quot;"/>
    <we:property name="reportUrl" value="&quot;/links/4aKuoMY1nI?ctid=ca9a8b8c-3ea3-4799-a43e-5510398e7a3b&amp;pbi_source=linkShare&amp;fromEntryPoint=share&quot;"/>
    <we:property name="reportState" value="&quot;CONNECTED&quot;"/>
    <we:property name="artifactViewState" value="&quot;live&quot;"/>
    <we:property name="reportEmbeddedTime" value="&quot;2026-05-25T16:27:53.984Z&quot;"/>
    <we:property name="creatorSessionId" value="&quot;59560b5d-974f-4394-a9f3-2c6298db35ad&quot;"/>
    <we:property name="creatorUserId" value="&quot;10032001CB849684&quot;"/>
    <we:property name="creatorTenantId" value="&quot;ca9a8b8c-3ea3-4799-a43e-5510398e7a3b&quot;"/>
    <we:property name="pageDisplayName" value="&quot;Bright Coffee&quot;"/>
    <we:property name="reportName" value="&quot;Bright Learn Visualisation&quot;"/>
    <we:property name="isVisualContainerHeaderHidden" value="false"/>
    <we:property name="isFiltersActionButtonVisible" value="true"/>
    <we:property name="initialStateBookmark" value="&quot;H4sIAAAAAAAAA+1XTU8bMRD9K5VPrRRV3s9kuYVAL5QPJRWXKopmvZNgcNYrrzdNivLfO/aGUgICCRVIRXPJ7vh55s3M25F9zQpZVwpWJzBHtsf2tb6ag7n6ELAOKze209Oj4/7waHLSPz4ks66s1GXN9q6ZBTNDey7rBpTzQMbv4w4Dpc5g5t6moGrssApNrUtQ8ie2YFqypsF1h+GyUtqAczmyYNG5XRCc3il28DmiiCCsXOAIhW2tacjTLM44zzOehlEGPBAEq1uAZ/YgxLn24Qe6tCBLCuOxUZCJPIiDPIk4T5IIQ3D2qVR2A8lXh8vKUHaU86pyVRkQ15k2UoBiPguDdUv6mg20aub+6fCOfaQbI3CIU79UWmlX5IkAjbIfPoaf2JoKcmY0lcuv1FYbnCgtfHn86oX+MTBIsQu2x9ed33T6xQJKQdZtLv3ZzOCsdXCP0N8iOsQFlg1685em3PSJ3yc8Jksty5na6OC2Jd/aPIRnNLgAY53U8kvqqesA7dOmQLO/8k04kOZGDWFni/zbZrwe3+iV0Jd/KHIjmJb/iylkvHaIRCBE3S6PIaFflGPGs91QdIVlMckbcYX2Xei5kvhfzM8TRyvlQBSChnIYc8A87CY8gt6TUn5b9TSltJOKPqTtigbvQfFziiCHtAdM8a+q3pmiMC+CpJemvbRIE8ww5rjjwnvgvHCbWPKY+F5j9ldGF42wEx/yGcJSdGDb/Vn6VA9ed6Ru1bwdqXGc4zSbioKn3a6IIU7TyPl7tPoWlzbXy7u1d94gB+z2MC8gFlBkadbrRTtx1jiA1cRfYZ6ltdqOFE1wsy22B3t3Dqrxl58XYe+65kt9S4TNkW5e7kE3tq5A4BmU6AlUrQ+JHkelhbJwWftn4/6/SmpMm7QnTtH8PY35IFQHmSt8YoO7vTFPy7P7BUSg585IDgAA&quot;"/>
    <we:property name="bookmark" value="&quot;H4sIAAAAAAAAA+1XTU8bMRD9K8inVooq73eWGwR6qioEFZcqimbtSTA465XXmyZF+e8de0MpAYGECqSiucQ7np158+btyL5mUrWNhtVXmCPbZ4fGXM3BXu1FbMDq3lZgFk9jzNMyH2YFyoSjoF3TOGXqlu1fMwd2hu5ctR1oH4iM38cDBlqfwMw/TUG3OGAN2tbUoNVP7J1py9kO1wOGy0YbCz7kmQOHPuyC3OmZIESfEsoIwqkFnqFwvTWPeV6mJedVyfM4KYFHHljbOwRkD7r40CH9yNQOVE1pgm8SlaKK0qjKEs6zLMEYvH2qtNu4VKvjZWOpOqp51XhyRoR1ZqwSoFmowmLbg75mI6O7eVgd37Gfmc4KPMVp2KqdciuKRA6ddnsf4o9sTYScWEN0hZ3WGYsTbUSgJ+xemB8ji5Rbsn2+HvyGcyAXUAuybmM5mM0szvoA9wD9LaCnuMC6w2D+3NWbPvH7gMdkaVU90xsd3LbkW1+HCIhGF2Cdl1p1ST31HaD3jJVoD1ehCUfK3qghHmyBf9uK1+MbvZL35R+K3Aimx/9iChmvvUcmEJKi4Clk9EsqLHm5G4pusJaTqhNX6N6FnhuF/8X8PHH0Uo6EFDSU45QDVnGR8QSGT0r5bdXT1cpNGvqQthmN3oPi55RBndI7YOW/qnpvSuJKRtkwz4e5zDMsMeW448J74LxwW1j2mPheY/Y31shOuElI+QxhaTqw7f4sfaoHrztStzjvR2qaVjgtp0LyvChECmmeJz7eo+w7XLrKLO9y76NBBVgMsZKQCpBlXg6HyU6cNY5gNQk3mWdprXVnmia43Rbbg707B92Fy8+LoPddC1TfAmFzpJuXX5jOtQ0IPIEaA4Cmj6Ew+BG1UEtfdVhb//9FUWP6ogNwyhbuaSykCdl+Ab20yUgfDgAA&quot;"/>
    <we:property name="datasetId" value="&quot;516d5bec-e845-4694-8550-047b88750417&quot;"/>
    <we:property name="embedUrl" value="&quot;/reportEmbed?reportId=b736f1e2-6871-42b3-b696-6febc5613594&amp;config=eyJjbHVzdGVyVXJsIjoiaHR0cHM6Ly9XQUJJLU5PUlRILUVVUk9QRS1O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Last Musekwa</cp:lastModifiedBy>
  <cp:revision>3</cp:revision>
  <dcterms:created xsi:type="dcterms:W3CDTF">2018-06-07T21:39:02Z</dcterms:created>
  <dcterms:modified xsi:type="dcterms:W3CDTF">2026-05-25T16:31:51Z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