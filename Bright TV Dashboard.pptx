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1b08faa8-9f3a-42ad-91db-51386ef48a3d}">
  <we:reference id="WA200003233" version="2.0.0.3" store="en-US" storeType="OMEX"/>
  <we:alternateReferences/>
  <we:properties>
    <we:property name="Microsoft.Office.CampaignId" value="&quot;none&quot;"/>
    <we:property name="reportUrl" value="&quot;/links/4aKuoMY1nI?ctid=ca9a8b8c-3ea3-4799-a43e-5510398e7a3b&amp;pbi_source=linkShare&amp;bookmarkGuid=a6390957-fe8e-4b41-985b-8f7f54ee2bae&amp;fromEntryPoint=share&quot;"/>
    <we:property name="reportState" value="&quot;CONNECTED&quot;"/>
    <we:property name="artifactViewState" value="&quot;live&quot;"/>
    <we:property name="reportEmbeddedTime" value="&quot;2026-05-25T16:25:08.731Z&quot;"/>
    <we:property name="creatorSessionId" value="&quot;4b48adfc-612a-45c6-adce-bd232d7f66fc&quot;"/>
    <we:property name="creatorUserId" value="&quot;10032001CB849684&quot;"/>
    <we:property name="creatorTenantId" value="&quot;ca9a8b8c-3ea3-4799-a43e-5510398e7a3b&quot;"/>
    <we:property name="pageDisplayName" value="&quot;Bright TV&quot;"/>
    <we:property name="reportName" value="&quot;Bright Learn Visualisation&quot;"/>
    <we:property name="isVisualContainerHeaderHidden" value="false"/>
    <we:property name="isFiltersActionButtonVisible" value="true"/>
    <we:property name="initialStateBookmark" value="&quot;H4sIAAAAAAAAA+1X30/bMBD+VyY/V5PTNCHhrXQdD4wfWhkvU1VdnEswuHHkONAO9X/fOQkDOkYZ2qCT9hTnfL777u67XHzDUlmVCpZHMEe2y/a0vpyDuXznsR4rOtnx8cHh8PPB7Gh4OCaxLq3URcV2b5gFk6M9k1UNylkg4ddpj4FSJ5C7twxUhT1Woql0AUp+w1aZtqypcdVjuCiVNuBMTixYdGavSJ3eybf33iePIKy8wgkK20ox3vH8DCEOBgM+CMGPeERqVavQIHtUxZlu3I90YUEW5MbJYp9HQZJwz0viQAQDLnxw8kwq26kky/GiNBQdxbwsXVZGhDXXRgpQrInCYNWCvmEjrep5sxo/kE90bQR+xqzZKqy0S7JECrWybEXJODGaUtVIR+dQFKga8bm+Hhkkhynb5aveDwzD9AoKQdJ1AMM8N5iD7V7Hfwvd7JC4gnY2OQeDsxOk80Wr+7Euump5P0cwJUkli1x1bLgrzGkbmKLakAtjHd2SC6qrqwKd0iZFs7dsCvFBmltG9HtrsWxZAlbTWxKTiYt7NO1Y1Ab0Z2kzXbmtvpchzwSEXARBGnui7yUbuf12vDrVFtTsTOJ1tZZFvp2NMMxxtm90Xa7B9bcT7i1t2zyfSvrAb0zzxm4VYNJua1vb9UleuVbpscjnMfoQ9/0EvCgMvSj5PwWek9UvFZpnUmkbQP+qY4OXMF/VFZED0z0w2z2vNpbq7UYUgOhHieADSEKOIeeCb268f4I/vVf7TjwE9ZssLuWW/2w9kfLXo+19EC1xkzjcSURC94t+Mkh9N0DCN58Y+1hQ1V5CA+haaqKkQPPYQHdGwyjN4ox61BsEnFPcHJofyidNW1zYRC/WrTUG7yRsjnSddAtd26oEgSdQYJO8sg1QYnu5W5RAUabd2rjnJ0k5b12fgaqd1+byyRonhEYmCjcccFdS1sByBV59B5EQLE8dDwAA&quot;"/>
    <we:property name="bookmark" value="&quot;H4sIAAAAAAAAA+1X30/bMBD+VyY/R5PT/GjCG3SMl21CK+NlqqqLcwkGN44cB9qh/u87J2FAxyhDG3TSnmKfL3ff3X2Xi69ZLptaweoTLJDtsQOtLxZgLt74zGNVLwvRH+ch8gx9MfZjHqVRTKe6tlJXDdu7ZhZMifZUNi0oZ4iEX2ceA6WOoXS7AlSDHqvRNLoCJb9hr0xH1rS49hgua6UNOJNTCxad2UtSpz1B8N8G5BGElZc4RWF7KaZjPygQ0igMeRhDkPCE1JpeoUP2oIoz3bmf6MqCrMiNk6UBT6Is476fpZGIQi4CcPJCKjuoZKvDZW0oOop5VbvkTAhrqY0UoFgXhcGmB33NJlq1i251eE8+1a0R+BmL7qiy0q7IEim0yrI1JePYaEpVJ52cQVWh6sRn+mpikBzmbI+vvR8Y9vNLqARJNwHsl6XBEuywPfxb6OYfiTJo59MzMDg/Rnq/6nXft9VQLf/nCGYkaWRVqoENt4U56QNTVBtyYayjW3ZOdXVVoLe0ydEcrLpCvJPmhhEjbyOWHUvAenZDYjJxfoemA4v6gP4sbWZrdzTyC+SFgJiLKMpTX4z8bCu3X49XJ9qCmp9KvGo2ssh3sxH2S5wfGd3WG3CD3YR7Q9s+zyeSvvNb07y1WwWYfDja1XZ9lFeuVTyWBDzFANJRkIGfxLGfZP+nwFOy+qVB80Qq7QLoX3Vs9Bzmq7YhcmB+AGa359XWUr3eiAIQoyQTPIQs5hhzLvj2xvsn+OO92HfiPqjfZHEtd/xn65GUvxxt74LoiZul8TgTGd0vRlmYB26AxK8+MY6woqo9hwYwtNRUSYHmoYHujMZJXqQF9agfRpxT3By6H8pHTVtc2kwvN611Bm8lbIF0nXQL3dqmBoHHUGGXvLoPUGJ/uVvWQFHmw9q45wdJOe9dn4Jqndfu8sk6N65g6++mohyg9A4AAA==&quot;"/>
    <we:property name="datasetId" value="&quot;516d5bec-e845-4694-8550-047b88750417&quot;"/>
    <we:property name="embedUrl" value="&quot;/reportEmbed?reportId=b736f1e2-6871-42b3-b696-6febc5613594&amp;config=eyJjbHVzdGVyVXJsIjoiaHR0cHM6Ly9XQUJJLU5PUlRILUVVUk9QRS1O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Last Musekwa</cp:lastModifiedBy>
  <cp:revision>3</cp:revision>
  <dcterms:created xsi:type="dcterms:W3CDTF">2018-06-07T21:39:02Z</dcterms:created>
  <dcterms:modified xsi:type="dcterms:W3CDTF">2026-05-25T16:27:21Z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