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8bd18724-06ca-44d1-b5d3-bc6ca32f1f8b}">
  <we:reference id="WA200003233" version="2.0.0.3" store="en-US" storeType="OMEX"/>
  <we:alternateReferences/>
  <we:properties>
    <we:property name="Microsoft.Office.CampaignId" value="&quot;none&quot;"/>
    <we:property name="reportUrl" value="&quot;/links/4aKuoMY1nI?ctid=ca9a8b8c-3ea3-4799-a43e-5510398e7a3b&amp;pbi_source=linkShare&amp;bookmarkGuid=8587a302-bd24-4781-a746-668bc0380641&amp;fromEntryPoint=share&quot;"/>
    <we:property name="reportState" value="&quot;CONNECTED&quot;"/>
    <we:property name="artifactViewState" value="&quot;live&quot;"/>
    <we:property name="reportEmbeddedTime" value="&quot;2026-05-25T16:32:41.833Z&quot;"/>
    <we:property name="creatorSessionId" value="&quot;36e7c760-80b0-460a-935b-154ff8c2b822&quot;"/>
    <we:property name="creatorUserId" value="&quot;10032001CB849684&quot;"/>
    <we:property name="creatorTenantId" value="&quot;ca9a8b8c-3ea3-4799-a43e-5510398e7a3b&quot;"/>
    <we:property name="pageDisplayName" value="&quot;Retail Sales&quot;"/>
    <we:property name="reportName" value="&quot;Bright Learn Visualisation&quot;"/>
    <we:property name="isVisualContainerHeaderHidden" value="false"/>
    <we:property name="isFiltersActionButtonVisible" value="true"/>
    <we:property name="initialStateBookmark" value="&quot;H4sIAAAAAAAAA+1YWU/jMBD+KyjP1SpHkzS8ldLdB5ZDFPGyqtDEnhSDG0eOw9JF/e87dsINKouWUzzFGY891zczti88LupKwmIH5uitextKnc5Bn64FXs8rO9ru7tb2cH/raGe4PSayqoxQZe2tX3gG9AzNoagbkHYHIv6a9jyQcg9m9q8AWWPPq1DXqgQp/mDLTFNGN7jseXheSaXBbjkxYNBue0bs9E+yg29BTCKBGXGGE2SmJQ+Kgoe+n4eJH6QRH/Qhy4itbhmcag+y2L2d/JEqDYiS5FgaZhzjLBr4yBiLWZYw4JZeCGk6lnwxPq80mUdGLyrrlhEpO1NaMJCeM0Nj3Wp94Y2UbOZuNL5Fn6hGM9zHwk2VRpgF7bSPpIs8qkFifcTBQI3GW5Jv9rQizzkeGvKGmbVO6sLNH6vfI41EIW39Ze9KtSE/g5IR9a5ew9lM4wxM9zt+YaUPlAG5NpyrpmznvjdlF0L/vv5TotSinMkOI9fROmjNkhSw0TFoY0GYn1CwbWholdIc9cbCRWdT6EuYhL07lrwr85fTS1zTkpMbyL0KsTXnVZA0XVqeqPAHPnBIY8wpF8K+H2crs+BjQq33Rln8A0tC6gO5uxL7lfiC/v9zfwt4PwrjJONR1k9ZFMTIU0zfWdl/FDAfvdi/VQY+oY9+9aG37UMFQJ8X3E9YGvvpIKIz3OCjpOVK7DDQvJu6BR67VZ4XKYT9PIliPwgSH9I0/6QN+N/8BI1RE5Tkq8MbPN3d4jNkoCUN6PCV9IM06wcBZznkYbj6EvJo9F/BhvfekB4s9deOj5+BytNK3E/bAFlGNSrAPE36aZjEWbD63Py69WrTXqyf1elqM5GCUa17WqIFdxPtxWx5tG0dgmzcQ8QLCreNysX+2ifeHPXMvV6oxtQVMNyDEp0aVbteYPvYcF4BdQ/ejbX9/hSElNb/Tn2S5Kqb54RQSEQuccUC+57iObWcdn8BVK4madoRAAA=&quot;"/>
    <we:property name="bookmark" value="&quot;H4sIAAAAAAAAA+1YS0/cMBD+KyjnVeW8k95gob1UFWIRl2qFJvYkBLxx5DiULdr/3rET3qClqDzFKc547Hl9M2P73BN110pY/oQFel+9LaVOFqBPNnxv4jUDLc4wiQKIOTDB0igI8zyjWdWaWjWd9/XcM6ArNAd114O0GxHx13zigZS7UNm/EmSHE69F3akGZP0HB2aaMrrH1cTDs1YqDXbLmQGDdttTYqd/UsH/4sckEripT3GG3AzkrCxFwFgRJMxPQ5FFkOfE1g0MTrV7WezeTv5UNQbqhuRYGuYC4zzMGHLOY54nHISll7U0I0ux3DlrNZlHRi9b650pKVspXXOQnjNDYzdofe5NlewXbrRzgz5Tvea4h6WbakxtlrTTHpIu8rADid2hAAMdGm9FvtnVijzneGgoem42RqlLN3+kfk81EoW0ZavJpWqb4hQaTtTbem1WlcYKzPi788xK7ysDcmNzofpmmPvWN2MI2V3950Tp6qaSI0auorU/mCUpYNMj0MaCsDimYNvQ0CqlBeqtpYvOdq0vYBJMblnypsxfzS9wTUuOryH3MsTWnBdB0nxlecKSZQwEpDEWlAtBxOJ8bRa8T6hNXimLv2NDSL0nd9div60/of//3D8AnoVBnOQizKOUh36MIsX0jZX9BwHz3ov9a2XgI/roZx963T5UAkSiFCzhaczSLKQzXPZe0nItdjhoMU7dAI/dqijKFIKoSMKY+X7CIE2LD9qA/81P0Bs1Q0m+OrjGM94tPkIGWlJGh68k8tM88n3BCyiCYP0l5MHov4ANb70h3VvqrxwfPwGVJ219N2195DnVKB+LNInSIIlzf/25+WXr1ba9WD+p03VmJmtOte5xiebfTrRns+XBtnUAsncPEc8o3DYqF/srn3gL1JV7vVC96VrguAsNOjXaYX2Nw2PDWQvUPcQ41vb7oyakDP536pMkV908J8ZJ+wv98z5IsREAAA==&quot;"/>
    <we:property name="datasetId" value="&quot;516d5bec-e845-4694-8550-047b88750417&quot;"/>
    <we:property name="embedUrl" value="&quot;/reportEmbed?reportId=b736f1e2-6871-42b3-b696-6febc5613594&amp;config=eyJjbHVzdGVyVXJsIjoiaHR0cHM6Ly9XQUJJLU5PUlRILUVVUk9QRS1OLVBSSU1BUlktcmVkaXJlY3QuYW5hbHlzaXMud2luZG93cy5uZXQiLCJlbWJlZEZlYXR1cmVzIjp7InVzYWdlTWV0cmljc1ZOZXh0Ijp0cnVlfX0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84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Last Musekwa</cp:lastModifiedBy>
  <cp:revision>3</cp:revision>
  <dcterms:created xsi:type="dcterms:W3CDTF">2018-06-07T21:39:02Z</dcterms:created>
  <dcterms:modified xsi:type="dcterms:W3CDTF">2026-05-25T16:33:32Z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